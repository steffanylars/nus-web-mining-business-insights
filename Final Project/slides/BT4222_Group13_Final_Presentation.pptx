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</a:rPr>
              <a:t>Personalised Product Search on JDSearch</a:t>
            </a:r>
          </a:p>
          <a:p>
            <a:pPr>
              <a:defRPr sz="2400">
                <a:solidFill>
                  <a:srgbClr val="2B7BBA"/>
                </a:solidFill>
              </a:defRPr>
            </a:pPr>
            <a:r>
              <a:t>A Dual-Horizon Re-Ranker Driven by Log-Retention Dynamics</a:t>
            </a:r>
          </a:p>
          <a:p>
            <a:pPr>
              <a:defRPr sz="1600">
                <a:solidFill>
                  <a:srgbClr val="222222"/>
                </a:solidFill>
              </a:defRPr>
            </a:pPr>
            <a:r>
              <a:t>BT4222 Final Project · Group 13 · Prof. Wang Qiuhong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Problem: Personalised Re-Ranking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Business goal: shorten search→purchase by re-ranking each query's candidate slate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Input: current query + product metadata + user's multi-behaviour history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Label (ordinal): 0 none / 1 click / 2 cart / 3 purchase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Metrics: NDCG@10, MRR@200, Precision@1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173,831 users · 15.5M query–candidate pairs · 26.7M interactions</a:t>
            </a:r>
          </a:p>
          <a:p>
            <a:pPr lvl="1"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– Hard: 97.9% of candidates are negative; 80.5% of products are cold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A Data Anomaly Worth Chasing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Normal e-commerce funnel: clicks ≫ carts ≫ orders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JDSearch history: CART 43% &gt; CLICK 31% &gt; ORD 26%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Millions of orders &amp; carts have NO clicks at all</a:t>
            </a:r>
          </a:p>
          <a:p>
            <a:pPr lvl="1"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– Instructor's prompt: trace the timeline back in days — what happens to the mix?</a:t>
            </a:r>
          </a:p>
        </p:txBody>
      </p:sp>
      <p:pic>
        <p:nvPicPr>
          <p:cNvPr id="4" name="Picture 3" descr="fig_temporal_click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4937760" cy="27152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Key Finding: a Telescoping Log-Retention Window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Clicks retained ~7 days (day6: 520,760 → day7: 5)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Carts retained ~90 days (day85: 100,902 → day90: 365)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Orders retained ≥1 year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⇒ interaction TYPE is confounded with RECENCY, not intensity</a:t>
            </a:r>
          </a:p>
          <a:p>
            <a:pPr lvl="1"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– The 'carts/orders &gt; clicks' anomaly = long tail where only durable signals survive</a:t>
            </a:r>
          </a:p>
        </p:txBody>
      </p:sp>
      <p:pic>
        <p:nvPicPr>
          <p:cNvPr id="4" name="Picture 3" descr="fig_retention_cut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52120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From Insight to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Do NOT weight ORD&gt;CART&gt;CLICK as intent — it just encodes old vs recent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Absence of old clicks is a logging artifact, not a negative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Distinct roles of fields:</a:t>
            </a:r>
          </a:p>
          <a:p>
            <a:pPr lvl="1"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– Recent clicks/carts (≤7–90d) → short-term query INTENT</a:t>
            </a:r>
          </a:p>
          <a:p>
            <a:pPr lvl="1"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– Old orders (≤1yr) → long-term brand/category PREFERENCE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Engineered: horizon-split category/brand affinity, recency-decay, re-engagement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Reality check: anonymised query↔name overlap alone ≈ random (0.087)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Baseline Gap: Why CF Fails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Each user = one record with an almost-always-new query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80.5% of products never appear in any history (14.5% warm on test)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NCF (ID-based) → NDCG@10 0.086 ≈ random (0.083)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SVD/NMF only reaches popularity level (0.274)</a:t>
            </a:r>
          </a:p>
          <a:p>
            <a:pPr lvl="1">
              <a:spcAft>
                <a:spcPts val="600"/>
              </a:spcAft>
              <a:defRPr sz="1500">
                <a:solidFill>
                  <a:srgbClr val="222222"/>
                </a:solidFill>
              </a:defRPr>
            </a:pPr>
            <a:r>
              <a:t>– Gap = new-query generalisation under massive item cold-start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Our Model: Dual-Horizon Attention Ranker (DHAR)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Candidate category/brand embedding = attention query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Tower A: attends over RECENT (≤7d) history categories → short intent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Tower B: attends over ORDER-history categories → long preference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Fuse [cand ⊕ short ⊕ long ⊕ engineered feats] → MLP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Listwise softmax with ordinal gains [0,1,3,7]; trained on Apple MPS</a:t>
            </a:r>
          </a:p>
          <a:p>
            <a:pPr lvl="1"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– Architecture = direct materialisation of the two retention horizons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Results (held-out test slates)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5577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600891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NDCG@10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MRR@200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P@1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500" b="0"/>
                        <a:t>Random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0.033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500" b="0"/>
                        <a:t>NCF (ID-CF)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0.032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500" b="0"/>
                        <a:t>Popularity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0.283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0.167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500" b="0"/>
                        <a:t>MatrixFact (SVD)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0.274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0.289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0.170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500" b="0"/>
                        <a:t>LambdaMART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0.204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r>
                        <a:rPr sz="1500" b="1"/>
                        <a:t>DHAR (ours)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0.335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/>
                        <a:t>0.225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ig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577840" cy="253538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Diagnostics Validate the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Rank of eventual positives (lower=better):</a:t>
            </a:r>
          </a:p>
          <a:p>
            <a:pPr lvl="1"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– Purchase median 7  &lt;  Cart 15  &lt;  Click 26</a:t>
            </a:r>
          </a:p>
          <a:p>
            <a:pPr lvl="1"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– Model ranks purchases best — they align with long-term order signal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Warm vs cold candidate: NDCG 0.586 vs 0.180</a:t>
            </a:r>
          </a:p>
          <a:p>
            <a:pPr lvl="1">
              <a:spcAft>
                <a:spcPts val="600"/>
              </a:spcAft>
              <a:defRPr sz="1400">
                <a:solidFill>
                  <a:srgbClr val="222222"/>
                </a:solidFill>
              </a:defRPr>
            </a:pPr>
            <a:r>
              <a:t>– Cold-product ceiling is THE binding limitation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Ablation: temporal-aware features add +0.013 NDCG@10</a:t>
            </a:r>
          </a:p>
        </p:txBody>
      </p:sp>
      <p:pic>
        <p:nvPicPr>
          <p:cNvPr id="4" name="Picture 3" descr="fig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Business Insights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583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A data-collection artifact (retention windows) reshaped our entire model design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Separating short-term intent from long-term preference beats CF, popularity &amp; GBM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Purchase-oriented ranking should use the long-horizon tower; CTR-oriented, the short one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Biggest lever = content representations for cold products (0.586→0.180 gap)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• Reproducible pipeline scales from 20k-user laptop run to full data via one knob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